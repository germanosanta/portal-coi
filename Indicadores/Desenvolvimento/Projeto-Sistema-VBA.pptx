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lito Silva" userId="159520e7-24a0-47c6-805b-aa5748ef14a1" providerId="ADAL" clId="{5F5D8A29-D3D3-4FD7-A9B7-76B476DC3253}"/>
    <pc:docChg chg="undo custSel addSld modSld">
      <pc:chgData name="Kalito Silva" userId="159520e7-24a0-47c6-805b-aa5748ef14a1" providerId="ADAL" clId="{5F5D8A29-D3D3-4FD7-A9B7-76B476DC3253}" dt="2023-10-04T13:43:42.461" v="261" actId="20577"/>
      <pc:docMkLst>
        <pc:docMk/>
      </pc:docMkLst>
      <pc:sldChg chg="addSp delSp modSp mod">
        <pc:chgData name="Kalito Silva" userId="159520e7-24a0-47c6-805b-aa5748ef14a1" providerId="ADAL" clId="{5F5D8A29-D3D3-4FD7-A9B7-76B476DC3253}" dt="2023-09-22T16:49:18.068" v="216" actId="20577"/>
        <pc:sldMkLst>
          <pc:docMk/>
          <pc:sldMk cId="683572419" sldId="256"/>
        </pc:sldMkLst>
        <pc:spChg chg="mod">
          <ac:chgData name="Kalito Silva" userId="159520e7-24a0-47c6-805b-aa5748ef14a1" providerId="ADAL" clId="{5F5D8A29-D3D3-4FD7-A9B7-76B476DC3253}" dt="2023-09-22T16:42:05.150" v="97" actId="20577"/>
          <ac:spMkLst>
            <pc:docMk/>
            <pc:sldMk cId="683572419" sldId="256"/>
            <ac:spMk id="2" creationId="{8097500C-1E98-04D1-5E3B-805C4E123584}"/>
          </ac:spMkLst>
        </pc:spChg>
        <pc:spChg chg="add del mod">
          <ac:chgData name="Kalito Silva" userId="159520e7-24a0-47c6-805b-aa5748ef14a1" providerId="ADAL" clId="{5F5D8A29-D3D3-4FD7-A9B7-76B476DC3253}" dt="2023-09-22T13:41:08.807" v="3" actId="478"/>
          <ac:spMkLst>
            <pc:docMk/>
            <pc:sldMk cId="683572419" sldId="256"/>
            <ac:spMk id="4" creationId="{BEFC99CE-0CD9-AA53-4E3C-27C4F909F5C0}"/>
          </ac:spMkLst>
        </pc:spChg>
        <pc:spChg chg="add mod">
          <ac:chgData name="Kalito Silva" userId="159520e7-24a0-47c6-805b-aa5748ef14a1" providerId="ADAL" clId="{5F5D8A29-D3D3-4FD7-A9B7-76B476DC3253}" dt="2023-09-22T16:49:18.068" v="216" actId="20577"/>
          <ac:spMkLst>
            <pc:docMk/>
            <pc:sldMk cId="683572419" sldId="256"/>
            <ac:spMk id="5" creationId="{A7318312-EA31-BC09-2B5D-C06F0AD7AE7C}"/>
          </ac:spMkLst>
        </pc:spChg>
        <pc:spChg chg="add mod">
          <ac:chgData name="Kalito Silva" userId="159520e7-24a0-47c6-805b-aa5748ef14a1" providerId="ADAL" clId="{5F5D8A29-D3D3-4FD7-A9B7-76B476DC3253}" dt="2023-09-22T13:50:27.810" v="52"/>
          <ac:spMkLst>
            <pc:docMk/>
            <pc:sldMk cId="683572419" sldId="256"/>
            <ac:spMk id="6" creationId="{0B95F8CC-FBC1-6256-AF3D-77A0F8A54D1F}"/>
          </ac:spMkLst>
        </pc:spChg>
        <pc:spChg chg="add mod">
          <ac:chgData name="Kalito Silva" userId="159520e7-24a0-47c6-805b-aa5748ef14a1" providerId="ADAL" clId="{5F5D8A29-D3D3-4FD7-A9B7-76B476DC3253}" dt="2023-09-22T13:50:54.753" v="68" actId="1076"/>
          <ac:spMkLst>
            <pc:docMk/>
            <pc:sldMk cId="683572419" sldId="256"/>
            <ac:spMk id="7" creationId="{4CE6A1F9-1C08-EFCC-8563-FA1A3D1E088B}"/>
          </ac:spMkLst>
        </pc:spChg>
        <pc:picChg chg="del mod">
          <ac:chgData name="Kalito Silva" userId="159520e7-24a0-47c6-805b-aa5748ef14a1" providerId="ADAL" clId="{5F5D8A29-D3D3-4FD7-A9B7-76B476DC3253}" dt="2023-09-22T13:44:14.275" v="42" actId="478"/>
          <ac:picMkLst>
            <pc:docMk/>
            <pc:sldMk cId="683572419" sldId="256"/>
            <ac:picMk id="3" creationId="{C2A61535-4DFC-161A-6AB8-EC0CA827D909}"/>
          </ac:picMkLst>
        </pc:picChg>
      </pc:sldChg>
      <pc:sldChg chg="addSp delSp modSp new mod">
        <pc:chgData name="Kalito Silva" userId="159520e7-24a0-47c6-805b-aa5748ef14a1" providerId="ADAL" clId="{5F5D8A29-D3D3-4FD7-A9B7-76B476DC3253}" dt="2023-10-04T13:43:42.461" v="261" actId="20577"/>
        <pc:sldMkLst>
          <pc:docMk/>
          <pc:sldMk cId="3075795465" sldId="257"/>
        </pc:sldMkLst>
        <pc:spChg chg="add mod">
          <ac:chgData name="Kalito Silva" userId="159520e7-24a0-47c6-805b-aa5748ef14a1" providerId="ADAL" clId="{5F5D8A29-D3D3-4FD7-A9B7-76B476DC3253}" dt="2023-10-04T13:43:42.461" v="261" actId="20577"/>
          <ac:spMkLst>
            <pc:docMk/>
            <pc:sldMk cId="3075795465" sldId="257"/>
            <ac:spMk id="2" creationId="{16B76630-3F79-055E-90C4-6C4544913BD8}"/>
          </ac:spMkLst>
        </pc:spChg>
        <pc:spChg chg="del">
          <ac:chgData name="Kalito Silva" userId="159520e7-24a0-47c6-805b-aa5748ef14a1" providerId="ADAL" clId="{5F5D8A29-D3D3-4FD7-A9B7-76B476DC3253}" dt="2023-09-22T16:41:38.880" v="70" actId="478"/>
          <ac:spMkLst>
            <pc:docMk/>
            <pc:sldMk cId="3075795465" sldId="257"/>
            <ac:spMk id="2" creationId="{FCFE0E17-D363-1D4D-B673-1367341928ED}"/>
          </ac:spMkLst>
        </pc:spChg>
        <pc:spChg chg="add mod">
          <ac:chgData name="Kalito Silva" userId="159520e7-24a0-47c6-805b-aa5748ef14a1" providerId="ADAL" clId="{5F5D8A29-D3D3-4FD7-A9B7-76B476DC3253}" dt="2023-09-22T16:48:14.012" v="200" actId="20577"/>
          <ac:spMkLst>
            <pc:docMk/>
            <pc:sldMk cId="3075795465" sldId="257"/>
            <ac:spMk id="3" creationId="{45D32C44-AEBC-5C6B-52A6-EB3ACB1FFC2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AA8D57-2DA1-045B-BA96-F67181540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93FFCA1-32C4-A180-8DB8-9000B000B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708DC-8CCC-48CC-B6EF-435A99E1DE0D}" type="datetimeFigureOut">
              <a:rPr lang="pt-BR" smtClean="0"/>
              <a:t>04/10/2023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A2A1C5F-A675-3B68-46EC-FAA5F3B08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6C4CEFB-B561-45A1-1EAA-4D6710614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370AC-19D0-49F8-A6A9-A79CAA224D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2803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1931E10-5449-D631-05B3-CA6C1D6E4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760AD9-6477-53EF-3F78-F59A31BF2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7318B41-FB06-0E8C-162D-B8A3F33E1B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6708DC-8CCC-48CC-B6EF-435A99E1DE0D}" type="datetimeFigureOut">
              <a:rPr lang="pt-BR" smtClean="0"/>
              <a:t>04/10/2023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1CEA8F-0FCD-5F2D-BA2D-26B023C903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D8D97D2-F0F3-2652-29E8-CFA0FDB293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370AC-19D0-49F8-A6A9-A79CAA224D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6849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8097500C-1E98-04D1-5E3B-805C4E123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7318312-EA31-BC09-2B5D-C06F0AD7AE7C}"/>
              </a:ext>
            </a:extLst>
          </p:cNvPr>
          <p:cNvSpPr/>
          <p:nvPr/>
        </p:nvSpPr>
        <p:spPr>
          <a:xfrm>
            <a:off x="2131254" y="639970"/>
            <a:ext cx="133994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150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B95F8CC-FBC1-6256-AF3D-77A0F8A54D1F}"/>
              </a:ext>
            </a:extLst>
          </p:cNvPr>
          <p:cNvSpPr txBox="1"/>
          <p:nvPr/>
        </p:nvSpPr>
        <p:spPr>
          <a:xfrm>
            <a:off x="105507" y="154745"/>
            <a:ext cx="2855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Lançamentos Indicadores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E6A1F9-1C08-EFCC-8563-FA1A3D1E088B}"/>
              </a:ext>
            </a:extLst>
          </p:cNvPr>
          <p:cNvSpPr txBox="1"/>
          <p:nvPr/>
        </p:nvSpPr>
        <p:spPr>
          <a:xfrm>
            <a:off x="443132" y="639970"/>
            <a:ext cx="1652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Equipamentos</a:t>
            </a:r>
          </a:p>
        </p:txBody>
      </p:sp>
    </p:spTree>
    <p:extLst>
      <p:ext uri="{BB962C8B-B14F-4D97-AF65-F5344CB8AC3E}">
        <p14:creationId xmlns:p14="http://schemas.microsoft.com/office/powerpoint/2010/main" val="683572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5D32C44-AEBC-5C6B-52A6-EB3ACB1FFC2A}"/>
              </a:ext>
            </a:extLst>
          </p:cNvPr>
          <p:cNvSpPr txBox="1"/>
          <p:nvPr/>
        </p:nvSpPr>
        <p:spPr>
          <a:xfrm>
            <a:off x="253218" y="225083"/>
            <a:ext cx="11704320" cy="9233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Formulário para lançamentos</a:t>
            </a:r>
          </a:p>
          <a:p>
            <a:endParaRPr lang="pt-BR" dirty="0"/>
          </a:p>
          <a:p>
            <a:r>
              <a:rPr lang="pt-BR" dirty="0"/>
              <a:t>Dimensão: </a:t>
            </a:r>
            <a:r>
              <a:rPr lang="pt-BR" dirty="0" err="1"/>
              <a:t>Width</a:t>
            </a:r>
            <a:r>
              <a:rPr lang="pt-BR" dirty="0"/>
              <a:t> = 600 Zoom = 70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6B76630-3F79-055E-90C4-6C4544913BD8}"/>
              </a:ext>
            </a:extLst>
          </p:cNvPr>
          <p:cNvSpPr txBox="1"/>
          <p:nvPr/>
        </p:nvSpPr>
        <p:spPr>
          <a:xfrm>
            <a:off x="243840" y="1432560"/>
            <a:ext cx="11704320" cy="9233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Formulário para lançamentos – Tamanho 2</a:t>
            </a:r>
          </a:p>
          <a:p>
            <a:endParaRPr lang="pt-BR" dirty="0"/>
          </a:p>
          <a:p>
            <a:r>
              <a:rPr lang="pt-BR" dirty="0"/>
              <a:t>Dimensão: </a:t>
            </a:r>
            <a:r>
              <a:rPr lang="pt-BR" dirty="0" err="1"/>
              <a:t>Width</a:t>
            </a:r>
            <a:r>
              <a:rPr lang="pt-BR" dirty="0"/>
              <a:t> = 1006,5  Zoom = 100</a:t>
            </a:r>
          </a:p>
        </p:txBody>
      </p:sp>
    </p:spTree>
    <p:extLst>
      <p:ext uri="{BB962C8B-B14F-4D97-AF65-F5344CB8AC3E}">
        <p14:creationId xmlns:p14="http://schemas.microsoft.com/office/powerpoint/2010/main" val="30757954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30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a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Kalito Silva</dc:creator>
  <cp:lastModifiedBy>Kalito Silva</cp:lastModifiedBy>
  <cp:revision>1</cp:revision>
  <dcterms:created xsi:type="dcterms:W3CDTF">2023-09-22T13:40:29Z</dcterms:created>
  <dcterms:modified xsi:type="dcterms:W3CDTF">2023-10-04T13:43:47Z</dcterms:modified>
</cp:coreProperties>
</file>